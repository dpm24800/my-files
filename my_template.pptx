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CC66FF"/>
    <a:srgbClr val="009900"/>
    <a:srgbClr val="FF9966"/>
    <a:srgbClr val="A57F47"/>
    <a:srgbClr val="008200"/>
    <a:srgbClr val="605448"/>
    <a:srgbClr val="A0918D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7285" autoAdjust="0"/>
  </p:normalViewPr>
  <p:slideViewPr>
    <p:cSldViewPr snapToGrid="0">
      <p:cViewPr varScale="1">
        <p:scale>
          <a:sx n="60" d="100"/>
          <a:sy n="60" d="100"/>
        </p:scale>
        <p:origin x="1469" y="48"/>
      </p:cViewPr>
      <p:guideLst/>
    </p:cSldViewPr>
  </p:slideViewPr>
  <p:outlineViewPr>
    <p:cViewPr>
      <p:scale>
        <a:sx n="33" d="100"/>
        <a:sy n="33" d="100"/>
      </p:scale>
      <p:origin x="0" y="-44237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64CBF3-2CC8-E6F4-15E6-2057B84715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D3F0A-F07A-F76D-C28D-764DBF65BB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DAF64-69C7-4630-B16B-147B1C50BE7A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BD874-ADEB-D0FC-1F9F-194499CFE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F9261-2595-C3A4-0371-70304C73F4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FD131-7BB5-454B-BF39-4767B4DBB3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194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4E5E3-6EE2-4E2D-BE43-8945320461E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E8F25-C3D1-4053-A129-6C353D396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22363"/>
            <a:ext cx="6629400" cy="2387600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598" y="3602038"/>
            <a:ext cx="6629401" cy="1655762"/>
          </a:xfrm>
        </p:spPr>
        <p:txBody>
          <a:bodyPr/>
          <a:lstStyle>
            <a:lvl1pPr marL="0" indent="0" algn="ctr">
              <a:buNone/>
              <a:defRPr sz="2400" b="1">
                <a:latin typeface="Ubuntu" panose="020B05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D18825-AADD-9B2C-C6D0-87CE70FA2396}"/>
              </a:ext>
            </a:extLst>
          </p:cNvPr>
          <p:cNvSpPr/>
          <p:nvPr userDrawn="1"/>
        </p:nvSpPr>
        <p:spPr>
          <a:xfrm>
            <a:off x="0" y="0"/>
            <a:ext cx="3581400" cy="6858000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0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0B696D-9492-E6A1-EA5E-4779A206DA5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780" y="365126"/>
            <a:ext cx="10613020" cy="1168400"/>
          </a:xfrm>
        </p:spPr>
        <p:txBody>
          <a:bodyPr/>
          <a:lstStyle>
            <a:lvl1pPr>
              <a:defRPr b="1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200">
                <a:latin typeface="Ubuntu" panose="020B0504030602030204" pitchFamily="34" charset="0"/>
              </a:defRPr>
            </a:lvl1pPr>
            <a:lvl2pPr>
              <a:defRPr sz="2000">
                <a:latin typeface="Ubuntu" panose="020B0504030602030204" pitchFamily="34" charset="0"/>
              </a:defRPr>
            </a:lvl2pPr>
            <a:lvl3pPr>
              <a:defRPr sz="1800">
                <a:latin typeface="Ubuntu" panose="020B0504030602030204" pitchFamily="34" charset="0"/>
              </a:defRPr>
            </a:lvl3pPr>
            <a:lvl4pPr>
              <a:defRPr sz="1600">
                <a:latin typeface="Ubuntu" panose="020B0504030602030204" pitchFamily="34" charset="0"/>
              </a:defRPr>
            </a:lvl4pPr>
            <a:lvl5pPr>
              <a:defRPr sz="1400">
                <a:latin typeface="Ubuntu" panose="020B05040306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0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0F59D4-0833-8C1B-1566-20B61DE7DDD0}"/>
              </a:ext>
            </a:extLst>
          </p:cNvPr>
          <p:cNvSpPr/>
          <p:nvPr userDrawn="1"/>
        </p:nvSpPr>
        <p:spPr>
          <a:xfrm>
            <a:off x="-10160" y="0"/>
            <a:ext cx="12202160" cy="681037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3440"/>
            <a:ext cx="10515600" cy="5323523"/>
          </a:xfrm>
        </p:spPr>
        <p:txBody>
          <a:bodyPr/>
          <a:lstStyle>
            <a:lvl1pPr>
              <a:defRPr sz="2200">
                <a:latin typeface="Ubuntu" panose="020B0504030602030204" pitchFamily="34" charset="0"/>
              </a:defRPr>
            </a:lvl1pPr>
            <a:lvl2pPr>
              <a:defRPr sz="2000">
                <a:latin typeface="Ubuntu" panose="020B0504030602030204" pitchFamily="34" charset="0"/>
              </a:defRPr>
            </a:lvl2pPr>
            <a:lvl3pPr>
              <a:defRPr sz="1800">
                <a:latin typeface="Ubuntu" panose="020B0504030602030204" pitchFamily="34" charset="0"/>
              </a:defRPr>
            </a:lvl3pPr>
            <a:lvl4pPr>
              <a:defRPr sz="1600">
                <a:latin typeface="Ubuntu" panose="020B0504030602030204" pitchFamily="34" charset="0"/>
              </a:defRPr>
            </a:lvl4pPr>
            <a:lvl5pPr>
              <a:defRPr sz="1400">
                <a:latin typeface="Ubuntu" panose="020B05040306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F59F1A6-3686-78A8-B094-406CDC789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1926"/>
            <a:ext cx="10515600" cy="438149"/>
          </a:xfrm>
        </p:spPr>
        <p:txBody>
          <a:bodyPr/>
          <a:lstStyle>
            <a:lvl1pPr algn="ctr">
              <a:defRPr sz="2500" b="1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Title Continued</a:t>
            </a:r>
          </a:p>
        </p:txBody>
      </p:sp>
    </p:spTree>
    <p:extLst>
      <p:ext uri="{BB962C8B-B14F-4D97-AF65-F5344CB8AC3E}">
        <p14:creationId xmlns:p14="http://schemas.microsoft.com/office/powerpoint/2010/main" val="148913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833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73CF5D-214A-4995-F49C-32CE691C7799}"/>
              </a:ext>
            </a:extLst>
          </p:cNvPr>
          <p:cNvSpPr/>
          <p:nvPr userDrawn="1"/>
        </p:nvSpPr>
        <p:spPr>
          <a:xfrm>
            <a:off x="0" y="2259957"/>
            <a:ext cx="12192000" cy="2338086"/>
          </a:xfrm>
          <a:prstGeom prst="rect">
            <a:avLst/>
          </a:prstGeom>
          <a:solidFill>
            <a:srgbClr val="008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Ubuntu" panose="020B0504030602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844800"/>
            <a:ext cx="10515600" cy="1168400"/>
          </a:xfrm>
        </p:spPr>
        <p:txBody>
          <a:bodyPr/>
          <a:lstStyle>
            <a:lvl1pPr>
              <a:defRPr b="1">
                <a:latin typeface="Ubuntu" panose="020B0504030602030204" pitchFamily="34" charset="0"/>
              </a:defRPr>
            </a:lvl1pPr>
          </a:lstStyle>
          <a:p>
            <a:r>
              <a:rPr lang="en-US" dirty="0"/>
              <a:t>Section 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C6AA1BC9-04BC-4093-9C70-45B25B72AC73}" type="datetimeFigureOut">
              <a:rPr lang="en-US" smtClean="0"/>
              <a:pPr/>
              <a:t>1/3/2026</a:t>
            </a:fld>
            <a:endParaRPr lang="en-US">
              <a:latin typeface="Ubuntu" panose="020B05040306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endParaRPr lang="en-US">
              <a:latin typeface="Ubuntu" panose="020B05040306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Ubuntu" panose="020B0504030602030204" pitchFamily="34" charset="0"/>
              </a:defRPr>
            </a:lvl1pPr>
          </a:lstStyle>
          <a:p>
            <a:fld id="{7A6595C6-3958-48D1-A468-78E1AD465506}" type="slidenum">
              <a:rPr lang="en-US" smtClean="0"/>
              <a:pPr/>
              <a:t>‹#›</a:t>
            </a:fld>
            <a:endParaRPr lang="en-US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84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A1BC9-04BC-4093-9C70-45B25B72AC73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595C6-3958-48D1-A468-78E1AD4655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5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38" r:id="rId3"/>
    <p:sldLayoutId id="2147483733" r:id="rId4"/>
    <p:sldLayoutId id="214748373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5C8A-5346-F2CB-06A5-6A00CE785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80F5F-84EF-EB44-B131-75C51B840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0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6349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Corbel</vt:lpstr>
      <vt:lpstr>Ubuntu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Dipak Pulami Magar</dc:creator>
  <cp:lastModifiedBy>Dipak Pulami Magar</cp:lastModifiedBy>
  <cp:revision>126</cp:revision>
  <dcterms:created xsi:type="dcterms:W3CDTF">2025-12-23T14:31:22Z</dcterms:created>
  <dcterms:modified xsi:type="dcterms:W3CDTF">2026-01-03T03:20:04Z</dcterms:modified>
</cp:coreProperties>
</file>